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CCTV Pilot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DEMO DATA - NOT AN OFFICIAL GOVERNMENT RECORD</a:t>
            </a:r>
          </a:p>
          <a:p>
            <a:pPr>
              <a:defRPr sz="1600"/>
            </a:pPr>
            <a:r>
              <a:t>Proposal: SYN-PDY-CCTV-001</a:t>
            </a:r>
          </a:p>
          <a:p>
            <a:pPr>
              <a:defRPr sz="1600"/>
            </a:pPr>
            <a:r>
              <a:t>Objective: Install CCTV surveillance system for enhanced security monitoring</a:t>
            </a:r>
          </a:p>
          <a:p>
            <a:pPr>
              <a:defRPr sz="1600"/>
            </a:pPr>
            <a:r>
              <a:t>Illustrative budget: INR 450000</a:t>
            </a:r>
          </a:p>
          <a:p>
            <a:pPr>
              <a:defRPr sz="1600"/>
            </a:pPr>
            <a:r>
              <a:t>Fictional training slide. Not an official briefing.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